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Greet the child warmly. Say "Hello! I'm Teacher Gem!" and wave your hand.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Wait for the child to wave back and say hello. Smile and make eye contact.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say "Can you hear me? Clap your hands: clap, clap, clap!" to test audio.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Ask the child to sit where the camera sees the face and hands.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Ask the child to wave to you. Say "Hello! Can you wave to me?"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test the sound: "Can you hear me? Clap your hands: clap, clap, clap!"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the child for waving and clapping. Keep it energetic and fun.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the "Hello!" card. Say "Hello, [Name]!" and wave slowly. Have the child repeat.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show the "Hi!" card. Say "Hi! Hi! Say 'Hi!' and wave fast!" Model the action.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the child for trying. Repeat a few times, getting faster each time.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Now say goodbye. Wave slowly and say "Goodbye! Bye-bye!"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after you. Model a slow, gentle wave.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show the teddy: "Show me your teddy. Teddy, say 'Hello!'"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Say "Good morning!" and stretch your arms up wide. Model the action.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repeat: "Good morning!" while stretching.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say "Good night!" and we will practice the next action.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Say "Good night!" Put your hands together, rest your head on your hands, and close your eyes.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while pretending to sleep.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play faster: "Good morning! Good night! Good morning!" Wake Teacher Gem up!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Say "Hello! What's your name?" Wait for the parent to help the child say their name.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say "Nice to meet you, [Name]!" Encourage the child to repeat.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Now ask Teddy: "What's your name?" The parent answers as Teddy: "I'm Teddy!"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say "Nice to meet you, Teddy!" with the child.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When the child says their name, respond warmly: "Nice to meet you, [Name]!"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Encourage the child to repeat "Nice to meet you!" after you.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ask Teddy: "What's your name?" Parent answers as Teddy: "I'm Teddy!"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Say together: "Nice to meet you, Teddy!"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"Let's chant! Clap with me." Clap on the beat as you say each line.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Repeat the chant twice. First teacher leads, then invite the child to join in.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For the last line, encourage the child to say their own name: "Hello, hello, I'm ___!"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Clap and smile - make it fun and energetic!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"Great job, [Name]! Today we learned: hello, hi, goodbye, bye."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each word once. Clap after each word.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"You get three stars! One, two, three!" Count on your fingers and clap.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the child enthusiastically for their effort today.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Sing a short goodbye chant with waving hands: "Bye-bye, bye-bye, see you next time!"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and smile. Say "See you next time, [Name]! Goodbye!"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End the lesson warmly. Do not start a new activity.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8000" y="635000"/>
            <a:ext cx="4318000" cy="4318000"/>
          </a:xfrm>
          <a:prstGeom prst="ellipse">
            <a:avLst/>
          </a:prstGeom>
          <a:solidFill>
            <a:srgbClr val="F7D752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93" r="93" t="0" b="0"/>
          <a:stretch>
            <a:fillRect/>
          </a:stretch>
        </p:blipFill>
        <p:spPr>
          <a:xfrm rot="0" flipH="false" flipV="false">
            <a:off x="7366000" y="1143000"/>
            <a:ext cx="3302000" cy="3403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889000" y="16510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048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I'm Teacher Gem!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064000"/>
            <a:ext cx="2286000" cy="1270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572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Let's have fun together!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Wave to me!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51" r="51" t="0" b="0"/>
          <a:stretch>
            <a:fillRect/>
          </a:stretch>
        </p:blipFill>
        <p:spPr>
          <a:xfrm rot="0" flipH="false" flipV="false">
            <a:off x="1905000" y="2032000"/>
            <a:ext cx="3048000" cy="2819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905000" y="508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Hello!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75" r="75" t="0" b="0"/>
          <a:stretch>
            <a:fillRect/>
          </a:stretch>
        </p:blipFill>
        <p:spPr>
          <a:xfrm rot="0" flipH="false" flipV="false">
            <a:off x="7239000" y="2032000"/>
            <a:ext cx="3048000" cy="3098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985000" y="5334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Clap, clap, clap!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3175000"/>
            <a:ext cx="1016000" cy="1016000"/>
          </a:xfrm>
          <a:prstGeom prst="ellipse">
            <a:avLst/>
          </a:prstGeom>
          <a:solidFill>
            <a:srgbClr val="6BBFEA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3429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AND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Say hello!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2159000"/>
            <a:ext cx="4064000" cy="2540000"/>
          </a:xfrm>
          <a:prstGeom prst="roundRect">
            <a:avLst>
              <a:gd name="adj" fmla="val 12000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794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7000" y="2159000"/>
            <a:ext cx="4064000" cy="2540000"/>
          </a:xfrm>
          <a:prstGeom prst="roundRect">
            <a:avLst>
              <a:gd name="adj" fmla="val 12000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2794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Hi!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20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Say "Hi!" and wave fast!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8000" y="1270000"/>
            <a:ext cx="4064000" cy="4064000"/>
          </a:xfrm>
          <a:prstGeom prst="ellipse">
            <a:avLst/>
          </a:prstGeom>
          <a:solidFill>
            <a:srgbClr val="6BBFE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87" b="87"/>
          <a:stretch>
            <a:fillRect/>
          </a:stretch>
        </p:blipFill>
        <p:spPr>
          <a:xfrm rot="0" flipH="false" flipV="false">
            <a:off x="7112000" y="1651000"/>
            <a:ext cx="3556000" cy="3073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889000" y="1905000"/>
            <a:ext cx="533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Goodbye!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048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Bye-bye!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937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318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Wave slowly and say goodbye.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270000"/>
            <a:ext cx="4064000" cy="4064000"/>
          </a:xfrm>
          <a:prstGeom prst="ellipse">
            <a:avLst/>
          </a:prstGeom>
          <a:solidFill>
            <a:srgbClr val="F7D75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72" b="72"/>
          <a:stretch>
            <a:fillRect/>
          </a:stretch>
        </p:blipFill>
        <p:spPr>
          <a:xfrm rot="0" flipH="false" flipV="false">
            <a:off x="1270000" y="1651000"/>
            <a:ext cx="3556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842000" y="17780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Good morning!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0" y="3048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Stretch your arms!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3937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4318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Wake up and stretch!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0" y="1270000"/>
            <a:ext cx="4064000" cy="4064000"/>
          </a:xfrm>
          <a:prstGeom prst="ellipse">
            <a:avLst/>
          </a:prstGeom>
          <a:solidFill>
            <a:srgbClr val="3D547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3" r="103" t="0" b="0"/>
          <a:stretch>
            <a:fillRect/>
          </a:stretch>
        </p:blipFill>
        <p:spPr>
          <a:xfrm rot="0" flipH="false" flipV="false">
            <a:off x="7239000" y="1778000"/>
            <a:ext cx="3556000" cy="292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Good night!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Close your eyes!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Hands together, pretend to sleep!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270000" y="1397000"/>
            <a:ext cx="3556000" cy="3810000"/>
          </a:xfrm>
          <a:prstGeom prst="ellipse">
            <a:avLst/>
          </a:prstGeom>
          <a:solidFill>
            <a:srgbClr val="E2883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5" b="5"/>
          <a:stretch>
            <a:fillRect/>
          </a:stretch>
        </p:blipFill>
        <p:spPr>
          <a:xfrm rot="0" flipH="false" flipV="false">
            <a:off x="1778000" y="1651000"/>
            <a:ext cx="2540000" cy="314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334000" y="1524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What's your name?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2794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Ask Teddy!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3683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4064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Say "What's your name?" to Teddy!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1651000"/>
            <a:ext cx="7620000" cy="1524000"/>
          </a:xfrm>
          <a:prstGeom prst="roundRect">
            <a:avLst>
              <a:gd name="adj" fmla="val 20000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9685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I'm ___!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683000"/>
            <a:ext cx="7620000" cy="1524000"/>
          </a:xfrm>
          <a:prstGeom prst="roundRect">
            <a:avLst>
              <a:gd name="adj" fmla="val 20000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40005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Nice to meet you!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 Chant!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524000"/>
            <a:ext cx="7620000" cy="4318000"/>
          </a:xfrm>
          <a:prstGeom prst="roundRect">
            <a:avLst>
              <a:gd name="adj" fmla="val 7058"/>
            </a:avLst>
          </a:prstGeom>
          <a:solidFill>
            <a:srgbClr val="F7D752">
              <a:alpha val="15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0" y="1905000"/>
            <a:ext cx="685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Hello, hello, what's your name? (clap, clap)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67000" y="2603500"/>
            <a:ext cx="685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Hello, hello, what's your name?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0" y="3429000"/>
            <a:ext cx="685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My name is Gem, Gem, Gem.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4064000"/>
            <a:ext cx="685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Nice to meet you!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4826000"/>
            <a:ext cx="685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BFEA"/>
                </a:solidFill>
                <a:latin typeface="Nunito"/>
                <a:ea typeface="Nunito"/>
                <a:cs typeface="Nunito"/>
                <a:sym typeface="Nunito"/>
              </a:rPr>
              <a:t>Your turn! Hello, hello, I'm ___!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Great job!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56000" y="1905000"/>
            <a:ext cx="5080000" cy="2540000"/>
          </a:xfrm>
          <a:prstGeom prst="ellipse">
            <a:avLst/>
          </a:prstGeom>
          <a:solidFill>
            <a:srgbClr val="F7D75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152" b="152"/>
          <a:stretch>
            <a:fillRect/>
          </a:stretch>
        </p:blipFill>
        <p:spPr>
          <a:xfrm rot="0" flipH="false" flipV="false">
            <a:off x="3810000" y="2286000"/>
            <a:ext cx="4572000" cy="208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You get three stars!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Today we learned: Hello, Hi, Goodbye, Bye!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DF5">
                <a:alpha val="100000"/>
              </a:srgbClr>
            </a:gs>
            <a:gs pos="100000">
              <a:srgbClr val="F7D752">
                <a:alpha val="2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0" y="1778000"/>
            <a:ext cx="889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Goodbye!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3302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See you next time!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4318000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4826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Bye-bye, bye-bye, see you next time!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{"Label":"1","ContentProducer":"001191110102MACQD9K64010000","ProduceID":"7687473966092455208","ReservedCode1":"","ContentPropagator":"","PropagateID":"","ReservedCode2":""}</vt:lpwstr>
  </property>
</Properties>
</file>