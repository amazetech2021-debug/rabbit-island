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Welcome to today's lesson! We're going to count from six to ten!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Show both hands and say: "Count to 10! Six, seven, eight, nine, ten!"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Wave to the child and smile. Get them excited for today's adventure.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"Hello, [Name]! How are you today?" Wait for the child to respond.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Sing a short hello chant with waving hands: "Hello, hello, how are you?"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Repeat: "I'm fine, I'm fine, thank you!"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Smile and wave. Set a happy tone for the lesson.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Review time! Point to each number and count: "One! Two! Three! Four! Five!"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show each number with fingers.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"Show me one! Show me three! Show me five!" Quick practice.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Praise. Now we're ready to learn new numbers!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Show one hand: "One hand is five!" Show both hands: "Two hands are ten!"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Show one hand plus one finger: "Five and one is six. Six!"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Model slowly. Have the child copy with their own hands.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Make the connection: 5 + 1 = 6.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Point to each number and say it: "Six! Seven! Eight! Nine! Ten!"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repeat after you: "Six, seven, eight, nine, ten!"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Practice: "Show me eight with your fingers. Show me ten!"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Use fingers: one hand (5) + 3 fingers = 8. Both hands = 10.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"Show me eight with your fingers!" Wait for the child to show 8 fingers.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"Show me ten!" Wait for both hands up.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 each correct response. Repeat a few times.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Help if needed: one hand (5) + 3 fingers = 8.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Parent puts number cards 1-10 on the floor in a line.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"Let's hop! Start at one. Hop and say 'one!'"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Child hops and counts: "One! Two! Three! ..."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"Now jump to seven! Find eight. Find ten! Find six!"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"How many fingers do you have?" Wait for the child to say "Ten!"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"Yes! I have ten fingers. Say it: 'I have ten fingers.'"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repeat the full sentence.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Show both hands and count together: one, two... ten!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"Now count your toes. One, two... ten!"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Help the child count toes together.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"I have ten toes." Have the child repeat.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Then: "How many blocks?" Count 6-10 blocks. "Nine? Great!"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"Let's blast off! Ten, nine, eight, seven, six..."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"Five, four, three, two, one — blast off!" Crouch down then jump!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Do it again: "You count down this time!" Let the child lead.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Make it exciting! Jump high on "blast off!"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"Great job, [Name]! Today we learned: six, seven, eight, nine."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repeat each number once. Clap after each.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"You get three stars! One, two, three!" Count on fingers and clap.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 enthusiastically for all the hard work.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Sing a short goodbye chant with waving hands: "Bye-bye, bye-bye, see you next time!"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Wave and smile. Say "See you next time, [Name]! Goodbye!"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End the lesson warmly. Do not start a new activity.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" r="31" t="0" b="0"/>
          <a:stretch>
            <a:fillRect/>
          </a:stretch>
        </p:blipFill>
        <p:spPr>
          <a:xfrm rot="0" flipH="false" flipV="false">
            <a:off x="7112000" y="1524000"/>
            <a:ext cx="3556000" cy="3467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89000" y="17780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Count to 10!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2921000"/>
            <a:ext cx="584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6, 7, 8, 9, 10!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810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6BBFE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1910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Two hands counting fun!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" r="2" t="0" b="0"/>
          <a:stretch>
            <a:fillRect/>
          </a:stretch>
        </p:blipFill>
        <p:spPr>
          <a:xfrm rot="0" flipH="false" flipV="false">
            <a:off x="7366000" y="1651000"/>
            <a:ext cx="3048000" cy="30607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89000" y="1905000"/>
            <a:ext cx="635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Hello! How are you?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3175000"/>
            <a:ext cx="584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I'm fine, thank you!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4064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4450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Hello, hello, how are you?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Review: One to five!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270000" y="2286000"/>
            <a:ext cx="1270000" cy="1270000"/>
          </a:xfrm>
          <a:prstGeom prst="ellipse">
            <a:avLst/>
          </a:prstGeom>
          <a:solidFill>
            <a:srgbClr val="E2883E">
              <a:alpha val="15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175000" y="2286000"/>
            <a:ext cx="1270000" cy="1270000"/>
          </a:xfrm>
          <a:prstGeom prst="ellipse">
            <a:avLst/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175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2286000"/>
            <a:ext cx="1270000" cy="1270000"/>
          </a:xfrm>
          <a:prstGeom prst="ellipse">
            <a:avLst/>
          </a:prstGeom>
          <a:solidFill>
            <a:srgbClr val="F7D752">
              <a:alpha val="25000"/>
            </a:srgbClr>
          </a:solidFill>
          <a:ln w="38100" cmpd="sng" cap="flat">
            <a:solidFill>
              <a:srgbClr val="F7D7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985000" y="2286000"/>
            <a:ext cx="1270000" cy="1270000"/>
          </a:xfrm>
          <a:prstGeom prst="ellipse">
            <a:avLst/>
          </a:prstGeom>
          <a:solidFill>
            <a:srgbClr val="E2883E">
              <a:alpha val="15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0" y="2286000"/>
            <a:ext cx="1270000" cy="1270000"/>
          </a:xfrm>
          <a:prstGeom prst="ellipse">
            <a:avLst/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31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Show me: one! two! three! four! five!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One hand is five. Two hands are ten!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35" r="35" t="0" b="0"/>
          <a:stretch>
            <a:fillRect/>
          </a:stretch>
        </p:blipFill>
        <p:spPr>
          <a:xfrm rot="0" flipH="false" flipV="false">
            <a:off x="2921000" y="1905000"/>
            <a:ext cx="6350000" cy="3606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5842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Five and one is six! Six!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Six, seven, eight, nine, ten!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270000" y="2286000"/>
            <a:ext cx="1270000" cy="1270000"/>
          </a:xfrm>
          <a:prstGeom prst="ellipse">
            <a:avLst/>
          </a:prstGeom>
          <a:solidFill>
            <a:srgbClr val="F7D752">
              <a:alpha val="25000"/>
            </a:srgbClr>
          </a:solidFill>
          <a:ln w="38100" cmpd="sng" cap="flat">
            <a:solidFill>
              <a:srgbClr val="F7D7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175000" y="2286000"/>
            <a:ext cx="1270000" cy="1270000"/>
          </a:xfrm>
          <a:prstGeom prst="ellipse">
            <a:avLst/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175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2286000"/>
            <a:ext cx="1270000" cy="1270000"/>
          </a:xfrm>
          <a:prstGeom prst="ellipse">
            <a:avLst/>
          </a:prstGeom>
          <a:solidFill>
            <a:srgbClr val="E2883E">
              <a:alpha val="15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8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985000" y="2286000"/>
            <a:ext cx="1270000" cy="1270000"/>
          </a:xfrm>
          <a:prstGeom prst="ellipse">
            <a:avLst/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9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0" y="2286000"/>
            <a:ext cx="1270000" cy="1270000"/>
          </a:xfrm>
          <a:prstGeom prst="ellipse">
            <a:avLst/>
          </a:prstGeom>
          <a:solidFill>
            <a:srgbClr val="F7D752">
              <a:alpha val="25000"/>
            </a:srgbClr>
          </a:solidFill>
          <a:ln w="38100" cmpd="sng" cap="flat">
            <a:solidFill>
              <a:srgbClr val="F7D7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10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31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Say it with me! Six, seven, eight, nine, ten!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286000" y="1651000"/>
            <a:ext cx="7620000" cy="1397000"/>
          </a:xfrm>
          <a:prstGeom prst="roundRect">
            <a:avLst>
              <a:gd name="adj" fmla="val 21818"/>
            </a:avLst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2032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Show me eight!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3556000"/>
            <a:ext cx="7620000" cy="1397000"/>
          </a:xfrm>
          <a:prstGeom prst="roundRect">
            <a:avLst>
              <a:gd name="adj" fmla="val 21818"/>
            </a:avLst>
          </a:prstGeom>
          <a:solidFill>
            <a:srgbClr val="E2883E">
              <a:alpha val="12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3937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Show me ten!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60" b="60"/>
          <a:stretch>
            <a:fillRect/>
          </a:stretch>
        </p:blipFill>
        <p:spPr>
          <a:xfrm rot="0" flipH="false" flipV="false">
            <a:off x="7366000" y="1397000"/>
            <a:ext cx="3048000" cy="3467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89000" y="16510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Number Hop!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2921000"/>
            <a:ext cx="584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Hop and count!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810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1910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Jump to seven! Find eight! Find ten!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286000" y="1651000"/>
            <a:ext cx="7620000" cy="1397000"/>
          </a:xfrm>
          <a:prstGeom prst="roundRect">
            <a:avLst>
              <a:gd name="adj" fmla="val 21818"/>
            </a:avLst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2032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How many fingers?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3556000"/>
            <a:ext cx="7620000" cy="1397000"/>
          </a:xfrm>
          <a:prstGeom prst="roundRect">
            <a:avLst>
              <a:gd name="adj" fmla="val 21818"/>
            </a:avLst>
          </a:prstGeom>
          <a:solidFill>
            <a:srgbClr val="E2883E">
              <a:alpha val="12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3937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I have ten fingers!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286000" y="1651000"/>
            <a:ext cx="7620000" cy="1397000"/>
          </a:xfrm>
          <a:prstGeom prst="roundRect">
            <a:avLst>
              <a:gd name="adj" fmla="val 21818"/>
            </a:avLst>
          </a:prstGeom>
          <a:solidFill>
            <a:srgbClr val="F7D752">
              <a:alpha val="20000"/>
            </a:srgbClr>
          </a:solidFill>
          <a:ln w="38100" cmpd="sng" cap="flat">
            <a:solidFill>
              <a:srgbClr val="F7D7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2032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Count your toes!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3556000"/>
            <a:ext cx="7620000" cy="1397000"/>
          </a:xfrm>
          <a:prstGeom prst="roundRect">
            <a:avLst>
              <a:gd name="adj" fmla="val 21818"/>
            </a:avLst>
          </a:prstGeom>
          <a:solidFill>
            <a:srgbClr val="6BBFEA">
              <a:alpha val="12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3937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I have ten toes!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2" b="72"/>
          <a:stretch>
            <a:fillRect/>
          </a:stretch>
        </p:blipFill>
        <p:spPr>
          <a:xfrm rot="0" flipH="false" flipV="false">
            <a:off x="7112000" y="1778000"/>
            <a:ext cx="3810000" cy="3276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89000" y="15240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Blast off!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2667000"/>
            <a:ext cx="584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10, 9, 8, 7, 6...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556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937000"/>
            <a:ext cx="584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D547A">
                    <a:alpha val="80000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5, 4, 3, 2, 1 — blast off!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Great job!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152" b="152"/>
          <a:stretch>
            <a:fillRect/>
          </a:stretch>
        </p:blipFill>
        <p:spPr>
          <a:xfrm rot="0" flipH="false" flipV="false">
            <a:off x="3810000" y="2032000"/>
            <a:ext cx="4572000" cy="2082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4572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You get three stars! One, two, three!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33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Today we learned: six, seven, eight, nine.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DF5">
                <a:alpha val="100000"/>
              </a:srgbClr>
            </a:gs>
            <a:gs pos="100000">
              <a:srgbClr val="F7D752">
                <a:alpha val="2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651000" y="1778000"/>
            <a:ext cx="889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Goodbye!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3302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See you next time!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826000" y="4318000"/>
            <a:ext cx="2540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4826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Bye-bye, bye-bye, see you next time!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{"Label":"1","ContentProducer":"001191110102MACQD9K64010000","ProduceID":"7687479570463804708","ReservedCode1":"","ContentPropagator":"","PropagateID":"","ReservedCode2":""}</vt:lpwstr>
  </property>
</Properties>
</file>